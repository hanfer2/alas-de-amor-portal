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24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68" d="100"/>
          <a:sy n="68" d="100"/>
        </p:scale>
        <p:origin x="77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9FD39-A073-4C49-A7EF-D67758D6EC50}" type="datetimeFigureOut">
              <a:rPr lang="es-CO" smtClean="0"/>
              <a:t>28/01/2026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B8F3E-6038-4579-92CF-0E08C9C69DF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20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B8F3E-6038-4579-92CF-0E08C9C69DFF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6094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EB8F3E-6038-4579-92CF-0E08C9C69DFF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4674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8175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166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5428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135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536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153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998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651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198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21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908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471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0623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773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4291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9231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876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96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  <p:sldLayoutId id="214748384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CD557-1A1B-B905-05B0-B22E144463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ALAS DE AMOR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8C3F67-70A3-94F8-0FAE-E649766C40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TERAPIA HOLISTICA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6DA3BFE-84A0-8A0C-E207-6C7074BCD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8526"/>
            <a:ext cx="3318934" cy="406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838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B9E575-8A4F-C99F-4D7F-7C5B44926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8988776" cy="666046"/>
          </a:xfrm>
        </p:spPr>
        <p:txBody>
          <a:bodyPr>
            <a:normAutofit fontScale="90000"/>
          </a:bodyPr>
          <a:lstStyle/>
          <a:p>
            <a:r>
              <a:rPr lang="es-CO" dirty="0"/>
              <a:t>TERAPIA HOLISTICA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49B1D7-B953-E42E-1008-E5B895CAA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2" y="1648180"/>
            <a:ext cx="11035695" cy="4972754"/>
          </a:xfrm>
        </p:spPr>
        <p:txBody>
          <a:bodyPr/>
          <a:lstStyle/>
          <a:p>
            <a:r>
              <a:rPr lang="es-MX" dirty="0"/>
              <a:t>La </a:t>
            </a:r>
            <a:r>
              <a:rPr lang="es-MX" b="1" dirty="0"/>
              <a:t>terapia holística</a:t>
            </a:r>
            <a:r>
              <a:rPr lang="es-MX" dirty="0"/>
              <a:t> es un enfoque de atención a la salud y al bienestar que </a:t>
            </a:r>
            <a:r>
              <a:rPr lang="es-MX" b="1" dirty="0"/>
              <a:t>ve a la persona como un todo</a:t>
            </a:r>
            <a:r>
              <a:rPr lang="es-MX" dirty="0"/>
              <a:t>, no solo como un síntoma o una enfermedad. Considera de manera integrada los aspectos </a:t>
            </a:r>
            <a:r>
              <a:rPr lang="es-MX" b="1" dirty="0"/>
              <a:t>físicos, mentales, emocionales, espirituales y sociales</a:t>
            </a:r>
            <a:r>
              <a:rPr lang="es-MX" dirty="0"/>
              <a:t>.</a:t>
            </a:r>
          </a:p>
          <a:p>
            <a:r>
              <a:rPr lang="es-MX" dirty="0"/>
              <a:t>La idea central es que todo está conectado: si algo no está en equilibrio en una de esas áreas, puede afectar a las demás.</a:t>
            </a:r>
          </a:p>
          <a:p>
            <a:r>
              <a:rPr lang="es-MX" b="1" dirty="0"/>
              <a:t>¿Qué busca la terapia holística?</a:t>
            </a:r>
          </a:p>
          <a:p>
            <a:r>
              <a:rPr lang="es-MX" dirty="0"/>
              <a:t>Restablecer el </a:t>
            </a:r>
            <a:r>
              <a:rPr lang="es-MX" b="1" dirty="0"/>
              <a:t>equilibrio integral</a:t>
            </a:r>
            <a:r>
              <a:rPr lang="es-MX" dirty="0"/>
              <a:t> de la persona</a:t>
            </a:r>
          </a:p>
          <a:p>
            <a:r>
              <a:rPr lang="es-MX" dirty="0"/>
              <a:t>Promover la </a:t>
            </a:r>
            <a:r>
              <a:rPr lang="es-MX" b="1" dirty="0"/>
              <a:t>autosanación</a:t>
            </a:r>
            <a:r>
              <a:rPr lang="es-MX" dirty="0"/>
              <a:t> y el bienestar general</a:t>
            </a:r>
          </a:p>
          <a:p>
            <a:r>
              <a:rPr lang="es-MX" dirty="0"/>
              <a:t>Atender la </a:t>
            </a:r>
            <a:r>
              <a:rPr lang="es-MX" b="1" dirty="0"/>
              <a:t>causa profunda</a:t>
            </a:r>
            <a:r>
              <a:rPr lang="es-MX" dirty="0"/>
              <a:t> de los problemas, no solo los síntomas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11381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2D016-9264-3105-AB66-21BF49E5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ALAS DE AMOR (LILIANA RODAS)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54570A-485E-5879-355D-8E2389340B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2322172"/>
            <a:ext cx="727286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dirty="0">
                <a:latin typeface="Arial" panose="020B0604020202020204" pitchFamily="34" charset="0"/>
              </a:rPr>
              <a:t> Master Reiki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dirty="0">
                <a:latin typeface="Arial" panose="020B0604020202020204" pitchFamily="34" charset="0"/>
              </a:rPr>
              <a:t>Facilitadora de Barras </a:t>
            </a:r>
            <a:r>
              <a:rPr lang="es-CO" altLang="es-CO" dirty="0" err="1">
                <a:latin typeface="Arial" panose="020B0604020202020204" pitchFamily="34" charset="0"/>
              </a:rPr>
              <a:t>acces</a:t>
            </a:r>
            <a:endParaRPr lang="es-CO" altLang="es-CO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CO" altLang="es-CO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dirty="0" err="1">
                <a:latin typeface="Arial" panose="020B0604020202020204" pitchFamily="34" charset="0"/>
              </a:rPr>
              <a:t>Faceligt</a:t>
            </a:r>
            <a:r>
              <a:rPr lang="es-CO" altLang="es-CO" dirty="0">
                <a:latin typeface="Arial" panose="020B0604020202020204" pitchFamily="34" charset="0"/>
              </a:rPr>
              <a:t> energético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CO" altLang="es-CO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dirty="0">
                <a:latin typeface="Arial" panose="020B0604020202020204" pitchFamily="34" charset="0"/>
              </a:rPr>
              <a:t> </a:t>
            </a:r>
            <a:r>
              <a:rPr lang="es-CO" altLang="es-CO" sz="1800" dirty="0">
                <a:solidFill>
                  <a:schemeClr val="tx1"/>
                </a:solidFill>
                <a:latin typeface="Arial" panose="020B0604020202020204" pitchFamily="34" charset="0"/>
              </a:rPr>
              <a:t>MEDIUM </a:t>
            </a: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CO" altLang="es-CO" dirty="0">
                <a:latin typeface="Arial" panose="020B0604020202020204" pitchFamily="34" charset="0"/>
              </a:rPr>
              <a:t>Coach Angelical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CO" altLang="es-CO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Coach Espiritual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49CC397-9C4B-FA19-02B1-8559DB5B7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427112"/>
            <a:ext cx="4347448" cy="370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733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5E9978-2380-7F91-58D6-B89C9CC6F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014" y="609600"/>
            <a:ext cx="9723212" cy="796243"/>
          </a:xfrm>
        </p:spPr>
        <p:txBody>
          <a:bodyPr/>
          <a:lstStyle/>
          <a:p>
            <a:pPr algn="ctr"/>
            <a:r>
              <a:rPr lang="es-CO" dirty="0"/>
              <a:t>Certificados 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3309473C-0885-DA1F-5C94-31278562C0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4014" y="2528711"/>
            <a:ext cx="4718051" cy="3599662"/>
          </a:xfrm>
        </p:spPr>
      </p:pic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2EF1FA5F-F777-E877-731F-B903FEC0F4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1725" y="2675994"/>
            <a:ext cx="4718050" cy="3079225"/>
          </a:xfrm>
        </p:spPr>
      </p:pic>
    </p:spTree>
    <p:extLst>
      <p:ext uri="{BB962C8B-B14F-4D97-AF65-F5344CB8AC3E}">
        <p14:creationId xmlns:p14="http://schemas.microsoft.com/office/powerpoint/2010/main" val="2769566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767EEF-4200-ABE2-2729-E00357844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01850"/>
            <a:ext cx="10131425" cy="1231840"/>
          </a:xfrm>
        </p:spPr>
        <p:txBody>
          <a:bodyPr/>
          <a:lstStyle/>
          <a:p>
            <a:pPr algn="ctr"/>
            <a:r>
              <a:rPr lang="es-CO" dirty="0"/>
              <a:t>Certificados </a:t>
            </a:r>
          </a:p>
        </p:txBody>
      </p:sp>
      <p:pic>
        <p:nvPicPr>
          <p:cNvPr id="14" name="Marcador de contenido 13">
            <a:extLst>
              <a:ext uri="{FF2B5EF4-FFF2-40B4-BE49-F238E27FC236}">
                <a16:creationId xmlns:a16="http://schemas.microsoft.com/office/drawing/2014/main" id="{7FBF2A76-A45B-F9F4-2D43-1BB7BC9359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98448" y="1840089"/>
            <a:ext cx="9753374" cy="4030359"/>
          </a:xfr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735852-684B-57E9-A694-B03C81BE6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 flipV="1">
            <a:off x="6181344" y="5870447"/>
            <a:ext cx="591989" cy="45719"/>
          </a:xfrm>
        </p:spPr>
        <p:txBody>
          <a:bodyPr>
            <a:normAutofit fontScale="25000" lnSpcReduction="20000"/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03950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9E600-F686-A42C-C311-E0EDDA1D2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O" dirty="0"/>
              <a:t>Experiencias 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4A647239-761B-029E-79AB-B65326100F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03997" y="2105378"/>
            <a:ext cx="2737246" cy="3649662"/>
          </a:xfrm>
        </p:spPr>
      </p:pic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9E8588A7-933C-5103-8279-B42DDE80EFC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3270493" y="2105378"/>
            <a:ext cx="2737246" cy="3649662"/>
          </a:xfr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9DC6784-0DC3-E0BD-6149-2042483A5D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105378"/>
            <a:ext cx="2619022" cy="3649662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D8AAA79-7E29-22E3-27E1-2EDF57ECA6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3283" y="2105378"/>
            <a:ext cx="2796291" cy="354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140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36057-1AC6-5789-CE7A-C0F4B93FF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EXPERIENCIA </a:t>
            </a:r>
          </a:p>
        </p:txBody>
      </p:sp>
      <p:pic>
        <p:nvPicPr>
          <p:cNvPr id="12" name="Marcador de contenido 11">
            <a:extLst>
              <a:ext uri="{FF2B5EF4-FFF2-40B4-BE49-F238E27FC236}">
                <a16:creationId xmlns:a16="http://schemas.microsoft.com/office/drawing/2014/main" id="{52C8F0CE-D77A-0DF9-F990-FB577C96B91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03899" y="2425328"/>
            <a:ext cx="2482452" cy="3309937"/>
          </a:xfrm>
        </p:spPr>
      </p:pic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883BF71A-0A95-83DA-9AB5-BF23D1A2E8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8913835" y="2470326"/>
            <a:ext cx="2482452" cy="3309937"/>
          </a:xfr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53E8B9B-4EAF-335E-6759-F5CB1773B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1636" y="2515322"/>
            <a:ext cx="2527315" cy="318667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CB570170-5C02-005E-DE94-53568856F5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1236" y="2470327"/>
            <a:ext cx="2219130" cy="325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33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DF69B7-DADB-ED2A-D4E5-2B21CF862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PRODUCTOS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340F88-9951-D7B1-0AD1-B9290CF5E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ORACULOS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4D27FE28-05AD-CE29-55E8-DCAF2358E57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95400" y="3112199"/>
            <a:ext cx="2721082" cy="2632075"/>
          </a:xfr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6296589-932F-6601-0C74-632256533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985" y="3112199"/>
            <a:ext cx="2721083" cy="267668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8B34527-AB2B-340F-A9AD-C6D5C0A82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442" y="3112199"/>
            <a:ext cx="2886794" cy="2763138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D87BEA1-6D61-A9CC-1221-BF5425FFE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7067" y="643467"/>
            <a:ext cx="3431822" cy="159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252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0D1B28-B2E4-3F7A-B7B6-F5F5D04B1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Marcas Aliadas 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E9AACA30-05E6-9F1B-6938-AD41757A9AE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62448" y="2385307"/>
            <a:ext cx="2633550" cy="3236560"/>
          </a:xfrm>
        </p:spPr>
      </p:pic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EC3E8E76-22DE-2E17-B8BF-B7259016A34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3551409" y="2385307"/>
            <a:ext cx="2306883" cy="3236560"/>
          </a:xfr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43DA64F-DBB9-A11A-D8FC-B58515330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85305"/>
            <a:ext cx="2492152" cy="32365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C8A5E29-4060-5242-5BD2-94B9A9613F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5860" y="2385305"/>
            <a:ext cx="2696794" cy="323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18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175</TotalTime>
  <Words>147</Words>
  <Application>Microsoft Office PowerPoint</Application>
  <PresentationFormat>Panorámica</PresentationFormat>
  <Paragraphs>30</Paragraphs>
  <Slides>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Garamond</vt:lpstr>
      <vt:lpstr>Orgánico</vt:lpstr>
      <vt:lpstr>ALAS DE AMOR </vt:lpstr>
      <vt:lpstr>TERAPIA HOLISTICA </vt:lpstr>
      <vt:lpstr>ALAS DE AMOR (LILIANA RODAS)</vt:lpstr>
      <vt:lpstr>Certificados </vt:lpstr>
      <vt:lpstr>Certificados </vt:lpstr>
      <vt:lpstr>Experiencias </vt:lpstr>
      <vt:lpstr>EXPERIENCIA </vt:lpstr>
      <vt:lpstr>PRODUCTOS </vt:lpstr>
      <vt:lpstr>Marcas Aliadas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liliana rodas</dc:creator>
  <cp:lastModifiedBy>liliana rodas</cp:lastModifiedBy>
  <cp:revision>1</cp:revision>
  <dcterms:created xsi:type="dcterms:W3CDTF">2026-01-28T18:36:05Z</dcterms:created>
  <dcterms:modified xsi:type="dcterms:W3CDTF">2026-01-28T21:31:56Z</dcterms:modified>
</cp:coreProperties>
</file>